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SCooP-iT Testbed Questions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testbed paper is judged on seven questions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Trust: can readers rely on the instrument?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Precise. Are its own errors small next to the effects it measures? (E1 Headroom)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Consistent. Do the poses and the link logs agree when neither was checked by hand? (E2 Map Meets Radio)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Faithful. Does replaying a logged link reproduce what the live link did? (E3 Twin Run)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Repeatable. Does the same setting give the same link on another day? (E4 Same Knob, Same Link)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Necessary. What does a measured link show that a synthetic one hides? (E5 Sim Gap)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Worth: should anyone care?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Unique. What can it do that no existing platform can?</a:t>
            </a:r>
            <a:endParaRPr lang="en-US" sz="1700" dirty="0"/>
          </a:p>
          <a:p>
            <a:pPr lvl="2" marL="685800" indent="-228600">
              <a:spcAft>
                <a:spcPts val="200"/>
              </a:spcAft>
              <a:buSzPct val="100000"/>
              <a:buChar char="►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Reproducible. Can someone else build and use it?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criteria fixed before the data were read; answers from the 24 Sep session (mapping_A, survey_1, coop_2)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Is it precise?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testbed's own errors small next to the effects it measures?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clock or pose errors were as coarse as the effects under study, every later number would be ambiguous. Pass: each term 10x below the breaking point of its kind (0.2 m pose; one LiDAR frame for time)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Q1.1 How far apart are the agents' clocks?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chrony offset logs over coop_2, turned into displacement at 1 m/s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0.99 ms measured = 1 mm, 101x below one frame; strict bound 12 ms = 1.2 cm, 8x (short)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Q1.2 How well is an agent without LiDAR placed in the LiDAR frame?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held-out ChArUco boards predict where the board should appear; map built once, frozen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RGB-D cart 3.1 cm median (6.5x below 0.2 m, short of 10x); LiDAR robot 10 mm (coop2_0828); map repeats to 1.06 cm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LiDAR robot vs boards on coop_2; radar and LiDAR-camera residuals; sniffer bias; measured p95 speed; rangefinder control distances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results: is it precise?</a:t>
            </a:r>
            <a:endParaRPr lang="en-US" sz="2600" dirty="0"/>
          </a:p>
        </p:txBody>
      </p:sp>
      <p:graphicFrame>
        <p:nvGraphicFramePr>
          <p:cNvPr id="4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2377440"/>
                <a:gridCol w="1828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offset,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 ms (1 mm at 1 m/s)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101x,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offset, strict chrony bound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ms (1.2 cm)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8.3x, 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refinement, final correction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mapping_A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 cm, 0.017 deg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133x,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repeatability, four weeks apart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maps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 cm, scale 2e-5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19x,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detector vs pipeline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mapping_A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 mm ZED, 8.3 mm RealSense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24x,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RGB-D cart vs held-out 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cm median, sigma 5.3 cm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6.5x, 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robot vs held-out 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coop2_0828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 mm, 0.88 deg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20x,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robot vs boards on 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board_table.py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and LiDAR-camera extrinsic residuals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held-out reflector positions and boards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Sniffer clock bias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stamps or field 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p95 agent speed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tracks (headroom.py --traj)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distances, map minus rangefinder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Is it consistent?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poses and the link logs agree when neither was checked by hand?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and the poses never saw the radio; the radio never saw the map. If map geometry predicts the signal, both are validated at once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Q2.1 Does Fresnel clearance through the map predict RSSI?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per 0.5 s window, clearance of the link path through the anchored map vs RSSI with the distance trend removed (fixed exponent). Pass: rho &gt; 0.3 and clear-minus-obstructed drop &gt; 5 dB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mobile_2 CSI link rho 0.60, 5.4 dB: pass. infra_1 link rho 0.23, 4.7 dB: short. Self-test recovers a planted 12 dB wall as 11.9 dB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Q2.2 Does it hold on the links the benchmark replays?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agent-to-access-point RSSI and goodput, pooled over survey_1 and coop_2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AP position in the map (ap.yaml); pooled rho with a confidence interval; out-of-run prediction (fit survey_1, score coop_2); CSI power as second signal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results: is it consistent?</a:t>
            </a:r>
            <a:endParaRPr lang="en-US" sz="2600" dirty="0"/>
          </a:p>
        </p:txBody>
      </p:sp>
      <p:graphicFrame>
        <p:nvGraphicFramePr>
          <p:cNvPr id="6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2103120"/>
                <a:gridCol w="1828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rho, drop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mobile_2 to sniffer, CSI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0.60, 5.4 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infra_1 to sniffer, CSI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0.23, 4.7 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self-test, planted 12 dB wall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0.68, 11.9 dB recovered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to access point, RSSI and goodput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survey_1, 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position in ap.yaml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Pooled over passes and sites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link_clearance.py --all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interval on rho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 over windows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Out-of-run prediction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 survey_1, score 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power as second 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present, untested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Is it faithful?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replaying a logged link reproduce what the live link did?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is what the testbed offers every method. If replay does not match reality, the logged channel is just another simulation. This is the headline claim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Q3.1 Do replayed arrivals match live arrivals?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twin runs on the survey_1 route: run A logs the link (iperf, ping); run B sends stamped 1 KB / 100 KB / 1.5 MB messages at 10 Hz. Replay B through A's trace: arrival = send + d(t) + s/G(t), dropped in outage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at least 90 % agreement on which 100 ms frame each message lands in, and closer than the synthetic channel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none yet. The model and its measured inputs (goodput, RTT, outages) exist; no live messages to compare against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payload node; one session (A1/B1 survey, A2/B2 cooperation, back to back); twin_run.py; per-size, per-mode table of arrival error, frame agreement, drop agreement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results: is it faithful?</a:t>
            </a:r>
            <a:endParaRPr lang="en-US" sz="2600" dirty="0"/>
          </a:p>
        </p:txBody>
      </p:sp>
      <p:graphicFrame>
        <p:nvGraphicFramePr>
          <p:cNvPr id="8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27432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 model d(t) + s/G(t), drop in outage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module, three channels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Inputs: goodput, RTT, outages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arrivals to compare against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recorded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node, 1 KB / 100 KB / 1.5 MB at 10 Hz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write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 2 pub/sub, stamps both ends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runs A1/B1 survey, A2/B2 cooperation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survey_1 route, same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Arrival error, frame agreement, drop agreement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compute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twin_run.py; pass &gt;= 90 % frame agreement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Is it repeatable?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same setting give the same link on another day?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testbed setting is useful only if it repeats; otherwise "cooperation mode" is not a controlled condition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Q4.1 Does the frame repeat?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two maps of the same site, four weeks apart, processed independently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1.06 cm wall placement, scale within 2e-5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Q4.2 Does the link repeat?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Wasserstein and KS distance on RTT, goodput, RSSI (and RSSI on shared map cells) between two days of one mode, against the distance between survey and cooperation mode. Pass: day/mode ratio below 0.5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untested. Mode distance (survey_1 vs coop_2) computable from data in hand: link_repeat.py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run link_repeat.py on survey_1 vs coop_2; one repeat day on the same route (the Q3 session provides it); day-vs-mode table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results: is it repeatable?</a:t>
            </a:r>
            <a:endParaRPr lang="en-US" sz="2600" dirty="0"/>
          </a:p>
        </p:txBody>
      </p:sp>
      <p:graphicFrame>
        <p:nvGraphicFramePr>
          <p:cNvPr id="10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2194560"/>
                <a:gridCol w="1645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across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maps, 4 weeks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 cm, scale 2e-5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 across modes, same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survey_1 vs 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 across days, same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repeat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 distance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link_repeat.py survey_1 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day, same route and modes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the Q3 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Day-vs-mode ratio, RTT and goodput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link_repeat.py --against; pass &lt; 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Is it necessary?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measured link show that a synthetic one hides?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collaborative-perception benchmark models the channel synthetically: constant or i.i.d. delay, quantized to whole frames, no outages. If that described the real link, nobody would need to measure it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Q5.1 How much benefit is left when everyone talks at once?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1.5 MB messages at 10 Hz through the logged link, delay = RTT/2 + size/goodput, lost in outages; one sender (survey_1) vs two robots (coop_2); synthetic channels as configured in their code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within one LiDAR frame: 86 % alone, 59 to 68 % crowded, 100 % under V2X-ViT (constant 100 ms) and Where2comm (no latency); RTT 5 to 10 ms idle, 25 to 33 ms loaded; 3 real outages, 12 % of frames (coop2_0828)</a:t>
            </a:r>
            <a:endParaRPr lang="en-US" sz="1700" dirty="0"/>
          </a:p>
          <a:p>
            <a:pPr lvl="1" marL="457200" indent="-228600">
              <a:spcAft>
                <a:spcPts val="300"/>
              </a:spcAft>
              <a:buSzPct val="100000"/>
              <a:buChar char="◆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Q5.2 Would a tuned synthetic channel do?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constant or Binomial delay fitted to the measured delays; same in-frame share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best-fit synthetic baseline; more passes and a second site; probe-off control run (iperf itself loads the link)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results: is it necessary?</a:t>
            </a:r>
            <a:endParaRPr lang="en-US" sz="2600" dirty="0"/>
          </a:p>
        </p:txBody>
      </p:sp>
      <p:graphicFrame>
        <p:nvGraphicFramePr>
          <p:cNvPr id="12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2286000"/>
                <a:gridCol w="1645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MB in frame, one robot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survey_1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MB in frame, two robots contending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 to 68 %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MB in frame, synthetic channels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 (V2X-ViT 100 ms; Where2comm none)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RTT idle to under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to 10 ms to 25 to 33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outages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coop2_0828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 covering 12 % of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Best-fit synthetic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or Binomial delay fitted to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passes, second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rerun sim_gap.py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Probe-off control 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run in the session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Is it unique?  Q7. Is it reproducible?</a:t>
            </a:r>
            <a:endParaRPr lang="en-US" sz="2600" dirty="0"/>
          </a:p>
        </p:txBody>
      </p:sp>
      <p:sp>
        <p:nvSpPr>
          <p:cNvPr id="5" name="body"/>
          <p:cNvSpPr txBox="1"/>
          <p:nvPr/>
        </p:nvSpPr>
        <p:spPr>
          <a:xfrm>
            <a:off x="411480" y="896112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What can it do that no existing platform can?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capability table: indoor; heterogeneous incl. infrastructure; pose reference without mocap or GNSS; every pair's link measured; CSI; clock bound reported; replay into methods; perception scoring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SCooP-iT fills all eight columns. Nearest: CooperScene (outdoor C-V2X, no CSI, replay unknown), CoPeD (heterogeneous, estimator pose, no link)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verify every cell against the cited paper</a:t>
            </a:r>
            <a:endParaRPr lang="en-US" sz="1700" dirty="0"/>
          </a:p>
          <a:p>
            <a:pPr marL="228600" indent="-228600">
              <a:spcAft>
                <a:spcPts val="500"/>
              </a:spcAft>
              <a:buSzPct val="100000"/>
              <a:buChar char="■"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Can someone else build and use it?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bill of materials, setup effort per site, released pipeline, spec sheet with every bound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pipeline released with the analysis tools for E1, E2, E4, E5; spec sheet drafted; component list per agent class</a:t>
            </a:r>
            <a:endParaRPr lang="en-US" sz="1700" dirty="0"/>
          </a:p>
          <a:p>
            <a:pPr lvl="3" marL="711200" indent="-177800">
              <a:spcAft>
                <a:spcPts val="200"/>
              </a:spcAft>
              <a:buSzPct val="100000"/>
              <a:buChar char=" "/>
            </a:pPr>
            <a:r>
              <a:rPr lang="en-US" sz="13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Lacking: cost per agent class; mapping time, boards, control distances, software versions per site; payload node and twin_run.py</a:t>
            </a:r>
            <a:endParaRPr lang="en-US" sz="1700" dirty="0"/>
          </a:p>
        </p:txBody>
      </p:sp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and Q7 results: unique, reproducible?</a:t>
            </a:r>
            <a:endParaRPr lang="en-US" sz="2600" dirty="0"/>
          </a:p>
        </p:txBody>
      </p:sp>
      <p:graphicFrame>
        <p:nvGraphicFramePr>
          <p:cNvPr id="14" name="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38404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SCooP-iT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other / how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Indoor, no mocap or GNSS reference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CoPeD (estimator pose only)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Heterogeneous incl.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CoPeD, TUMTraf-V2X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pair's link measured on the sensors' clock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CooperScene (C-V2X, per scene)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state (CSI)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bound reported; replay into methods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CooperScene (PTP, no bound); AutoCast, ROS-NetSim (simulated)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spec sheet, component list, E1/E2/E4/E5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released / drafted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needed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every capability cell against the cited paper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CooperScene replay and probe rate unknown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agent class; per-site setup effort; software versions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bookkeeping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node and twin_run.py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F8C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write (Q3)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9FD9"/>
          </a:solidFill>
          <a:ln w="12700">
            <a:solidFill>
              <a:srgbClr val="1A9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FE6F6"/>
          </a:solidFill>
          <a:ln w="12700">
            <a:solidFill>
              <a:srgbClr val="BFE6F6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question stands (24 Sep)</a:t>
            </a:r>
            <a:endParaRPr lang="en-US" sz="2600" dirty="0"/>
          </a:p>
        </p:txBody>
      </p:sp>
      <p:graphicFrame>
        <p:nvGraphicFramePr>
          <p:cNvPr id="15" name="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123444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now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lacking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FD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Precise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clock 0.99 ms (101x); map 0.15 / 1.06 cm; detector 8 mm; cart 3.1 cm; LiDAR robot 10 mm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2 terms 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mobile_1 on coop_2; radar; LiDAR-cam; sniffer bias; p95 speed; control distances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Consistent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 0.60, 5.4 dB on mobile_2 link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on one link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links; pooling; CI; out-of-run; CSI power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Faithful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and inputs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 node; twin-run session; comparison 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Repeatable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repeats: 1.06 cm, 2e-5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 distance (tool ready); repeat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Q5 Necessary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86 % / 59-68 % / 100 % synthetic; RTT 5-10 to 25-33 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tuned synthetic baseline; more passes; probe-off 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Q6 Unique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8 capability columns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cells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Q7 Reproducible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tools, spec sheet, component 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costs; per-site effort; payload node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365760" y="4526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Green: answered on the pre-set criterion. Orange: needs data. One field session (twin runs on the survey_1 route) closes Q3, the Q4 day half, and the sniffer bias.</a:t>
            </a:r>
            <a:endParaRPr lang="en-US" sz="1000" dirty="0"/>
          </a:p>
        </p:txBody>
      </p:sp>
      <p:sp>
        <p:nvSpPr>
          <p:cNvPr id="7" name="page"/>
          <p:cNvSpPr txBox="1"/>
          <p:nvPr/>
        </p:nvSpPr>
        <p:spPr>
          <a:xfrm>
            <a:off x="786384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SCooP-iT Testbed Questions</dc:title>
  <dc:subject>PptxGenJS Presentation</dc:subject>
  <dc:creator>Jorich Loquero</dc:creator>
  <cp:lastModifiedBy>Jorich Loquero</cp:lastModifiedBy>
  <cp:revision>1</cp:revision>
  <dcterms:created xsi:type="dcterms:W3CDTF">2026-10-11T14:04:16Z</dcterms:created>
  <dcterms:modified xsi:type="dcterms:W3CDTF">2026-10-11T14:04:16Z</dcterms:modified>
</cp:coreProperties>
</file>