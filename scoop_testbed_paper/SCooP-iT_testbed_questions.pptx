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SCooP-iT Testbed Questions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testbed paper is judged on seven questions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Trust: can readers rely on the instrument?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Precise. Are its own errors small next to the effects it measures? (E1 Headroom)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Consistent. Do the poses and the link logs agree when neither was checked by hand? (E2 Map Meets Radio)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Faithful. Does replaying a logged link reproduce what the live link did? (E3 Twin Run)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Repeatable. Does the same setting give the same link on another day? (E4 Same Knob, Same Link)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Necessary. What does a measured link show that a synthetic one hides? (E5 Sim Gap)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Worth: should anyone care?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Unique. What can it do that no existing platform can?</a:t>
            </a:r>
            <a:endParaRPr lang="en-US" sz="1700" dirty="0"/>
          </a:p>
          <a:p>
            <a:pPr lvl="2" marL="685800" indent="-228600">
              <a:spcAft>
                <a:spcPts val="200"/>
              </a:spcAft>
              <a:buSzPct val="100000"/>
              <a:buChar char="►"/>
            </a:pPr>
            <a:r>
              <a:rPr lang="en-US" sz="14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 Reproducible. Can someone else build and use it?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criteria fixed before the data were read; answers from the 24 Sep session (mapping_A, survey_1, coop_2)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1/20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 Is it precise?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the testbed's own errors small next to the effects it measures?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clock or pose errors were as coarse as the effects under study, every later number would be ambiguous. Thresholds: a tenth of where fusion breaks, 2 cm for pose terms, 10 ms for time terms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Q1.1 How far apart are the agents' clocks?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chrony offset logs over coop_2, turned into displacement at 1 m/s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0.99 ms measured, under the 10 ms threshold; strict bound 12 ms, above it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Q1.2 How well is an agent without LiDAR placed in the LiDAR frame?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held-out ChArUco boards predict where the board should appear; map built once, frozen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RGB-D cart 3.1 cm median, above the 2 cm threshold; LiDAR robot 10 mm (coop2_0828); map repeats to 1.06 cm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LiDAR robot vs boards on coop_2; radar and LiDAR-camera residuals; sniffer bias; measured p95 speed; rangefinder control distances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results: is it precise?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Thresholds are a tenth of where fusion breaks: 2 cm for pose terms (0.2 m), 10 ms for time terms (one LiDAR frame)</a:t>
            </a:r>
            <a:endParaRPr lang="en-US" sz="1200" dirty="0"/>
          </a:p>
        </p:txBody>
      </p:sp>
      <p:graphicFrame>
        <p:nvGraphicFramePr>
          <p:cNvPr id="4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371600"/>
                <a:gridCol w="310896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Measured offset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0.99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Strict chrony bound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Sniffer bias (probe stamps)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Refinement, final correction (mapping_A)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0.15 cm, 0.017 deg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Repeatability, two maps four weeks apart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 cm, scale 0.99998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Control distances (rangefinder, per site)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Agents in the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Board detector vs pipeline, ZED / RealSense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 / 8.3 mm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RGB-D cart vs held-out boards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 cm median, sigma 5.3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LiDAR robot vs held-out boards (coop2_0828)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 mm, 0.88 deg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LiDAR robot vs held-out boards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Extrinsics: radar; LiDAR-camera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Agent speed, p95 of reference tracks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3/20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metrics explained: clock and map</a:t>
            </a:r>
            <a:endParaRPr lang="en-US" sz="2600" dirty="0"/>
          </a:p>
        </p:txBody>
      </p:sp>
      <p:sp>
        <p:nvSpPr>
          <p:cNvPr id="5" name="metrics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clock offset: how far a client's clock sat from mobile_1's at each chrony poll over the run; the worst value is quoted. At 1 m/s, 1 ms of clock error moves a measurement by 1 mm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Strict chrony bound: chrony's guaranteed worst case: the offset plus half the network round-trip to the server. Always larger than the measured offset; it is what you quote if you refuse to trust the measurement itself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Sniffer bias: a constant error NTP cannot see when the path to the server is asymmetric (the CSI Pi syncs over a slow 2.4 GHz link). Measured by stamping the same packet at the sender and at the sniffer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pose correction: how much the last refinement iteration still moved a scan against the map. Small means the registration converged; it shows self-consistency, not accuracy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Repeatability: wall surfaces of two maps built independently, four weeks apart; 1.06 cm is how far apart the two maps put the same walls. Scale 0.99998 is the size ratio between them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distances: wall-to-wall distances from a laser rangefinder compared with the same distances read in the map. The only check of absolute scale, since both maps could be wrong the same way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 threshold 10 ms, pose threshold 2 cm: one tenth of where fusion breaks: 100 ms (one LiDAR frame, every fusion method below ego-only) and 0.2 m (late fusion below ego-only)</a:t>
            </a:r>
            <a:endParaRPr lang="en-US" sz="13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4/20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metrics explained: agents in the frame</a:t>
            </a:r>
            <a:endParaRPr lang="en-US" sz="2600" dirty="0"/>
          </a:p>
        </p:txBody>
      </p:sp>
      <p:sp>
        <p:nvSpPr>
          <p:cNvPr id="5" name="metrics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ChArUco board: a printed checkerboard with markers whose pose a camera can compute. Each board's pose in the map is fixed once, during the mapping session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detector check: re-detecting the mapping session's boards must reproduce the pipeline's own board poses. 8 mm says the instrument used in the next rows is finer than what it checks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Held-out board residual: from the agent's reference trajectory and its camera extrinsic, predict where a board should appear, then compare with where the camera saw it. Only boards that did not enter the trajectory estimate count, so the check is independent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and sigma: median over all board sightings in a run; sigma is the pose graph's own per-pose uncertainty (marginal covariance). 284 cm without map fixes is the same cart with the map registration switched off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robot vs RGB-D cart: the LiDAR robot's reference uses no boards at all, so its 10 mm is fully independent; the cart's trajectory uses some boards, so it is scored on the held-out ones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speed, p95: the 95th-percentile speed of the reference tracks. It converts a time error into a position error; 1 m/s is assumed until measured</a:t>
            </a:r>
            <a:endParaRPr lang="en-US" sz="13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5/20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 Is it consistent?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poses and the link logs agree when neither was checked by hand?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map and the poses never saw the radio; the radio never saw the map. If map geometry predicts the signal, both are validated at once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Q2.1 Does Fresnel clearance through the map predict RSSI?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per 0.5 s window, clearance of the link path through the anchored map vs RSSI with the distance trend removed (fixed exponent). Pass: rho &gt; 0.3 and clear-minus-obstructed drop &gt; 5 dB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mobile_2 CSI link rho 0.60, 5.4 dB: pass. infra_1 link rho 0.23, 4.7 dB: short. Self-test recovers a planted 12 dB wall as 11.9 dB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Q2.2 Does it hold on the links the benchmark replays?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agent-to-access-point RSSI and goodput, pooled over survey_1 and coop_2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AP position in the map (ap.yaml); pooled rho with a confidence interval; out-of-run prediction (fit survey_1, score coop_2); CSI power as second signal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6/20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results: is it consistent?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Map-derived Fresnel clearance against RSSI with the distance trend removed</a:t>
            </a:r>
            <a:endParaRPr lang="en-US" sz="1200" dirty="0"/>
          </a:p>
        </p:txBody>
      </p:sp>
      <p:graphicFrame>
        <p:nvGraphicFramePr>
          <p:cNvPr id="8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2103120"/>
                <a:gridCol w="237744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Robot-to-robot CSI links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mobile_2 to sniffer: rho, drop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&gt; 0.3, drop &gt; 5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0.60, 5.4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infra_1 to sniffer: rho, drop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&gt; 0.3, drop &gt; 5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0.23, 4.7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Agent-to-access-point links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RSSI and goodput (needs AP position)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&gt; 0.3, drop &gt; 5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Pooled over passes and sites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&gt; 0.3, drop &gt; 5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Method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Self-test, planted 12 dB wall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recovers 12 dB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 dB, rho 0.68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Confidence interval on rho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lower bound &gt; 0.3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Out-of-run prediction (fit survey_1, score 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&gt; 0.3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CSI power as second signal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7/20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metrics explained</a:t>
            </a:r>
            <a:endParaRPr lang="en-US" sz="2600" dirty="0"/>
          </a:p>
        </p:txBody>
      </p:sp>
      <p:sp>
        <p:nvSpPr>
          <p:cNvPr id="5" name="metrics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Fresnel clearance: along the straight line between two radios, the smallest free distance to the nearest map point, divided by the first Fresnel radius at that point. 1 or more: the zone the signal needs is free; below 0.6: obstructed; near 0: the line crosses a wall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Detrended RSSI: received signal strength minus the free-space distance trend (fixed exponent 2, offset taken from clear windows). What remains is the part obstruction explains, not distance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Spearman rho: rank correlation between clearance and detrended RSSI over 0.5 s windows. 0 means no relation, 1 a perfect monotone one; above 0.3 is the pre-set bar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Clear-minus-obstructed drop: median detrended RSSI in clear windows minus the median in obstructed windows, in dB. Above 5 dB means the wall is visible in the radio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Self-test: synthetic data with a 12 dB wall planted; the method recovers 11.9 dB, so it measures what it claims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validates two things: the map and poses produced the clearance; the radio produced the RSSI; neither used the other. Agreement means both are right together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Out-of-run prediction: fit the detrending offset on one pass, score another: shows the geometry predicts a run it was not tuned on</a:t>
            </a:r>
            <a:endParaRPr lang="en-US" sz="13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8/20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Q3. Is it faithful?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replaying a logged link reproduce what the live link did?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is what the testbed offers every method. If replay does not match reality, the logged channel is just another simulation. This is the headline claim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Q3.1 Do replayed arrivals match live arrivals?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twin runs on the survey_1 route: run A logs the link (iperf, ping); run B sends stamped 1 KB / 100 KB / 1.5 MB messages at 10 Hz. Replay B through A's trace: arrival = send + d(t) + s/G(t), dropped in outage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Pass: at least 90 % agreement on which 100 ms frame each message lands in, and closer than the synthetic channel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none yet. The model and its measured inputs (goodput, RTT, outages) exist; no live messages to compare against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payload node; one session (A1/B1 survey, A2/B2 cooperation, back to back); twin_run.py; per-size, per-mode table of arrival error, frame agreement, drop agreement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9/20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results: is it faithful?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against live arrivals on twin runs (A logs the link, B sends stamped messages)</a:t>
            </a:r>
            <a:endParaRPr lang="en-US" sz="1200" dirty="0"/>
          </a:p>
        </p:txBody>
      </p:sp>
      <p:graphicFrame>
        <p:nvGraphicFramePr>
          <p:cNvPr id="11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274320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Replay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Arrival rule d(t) + s/G(t), drop in outage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defined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Inputs: goodput, RTT, outages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measured on every 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comparison (per size and mode)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Frame agreement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&gt;= 90 %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Arrival-time error, median and p95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below synthetic channel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Drop agreement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Payload node and twin runs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A1/B1 survey, A2/B2 coop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10/20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metrics explained</a:t>
            </a:r>
            <a:endParaRPr lang="en-US" sz="2600" dirty="0"/>
          </a:p>
        </p:txBody>
      </p:sp>
      <p:sp>
        <p:nvSpPr>
          <p:cNvPr id="5" name="metrics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rule: a message of size s sent at time t arrives at t + d(t) + s / G(t): one-way delay plus transmission time at the goodput measured at that moment; dropped if the link was in an outage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d(t) and G(t): d is the one-way delay (RTT/2, or a stamped probe where available); G is the goodput of the most recent iperf test on that link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 runs: the same route driven twice the same day: run A logs the link as usual; run B sends stamped messages of 1 KB, 100 KB, 1.5 MB at 10 Hz. B's messages are replayed through A's log and compared with when they really arrived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 agreement: share of messages for which replay and live put the arrival in the same 100 ms LiDAR frame. The pass bar is 90 %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Arrival-time error: replayed minus live arrival time per message; reported as median and 95th percentile, per size and mode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agreement: share of messages on which replay and live agree about lost versus delivered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Closer than synthetic: the same comparison with the published synthetic channel must come out worse than the replay</a:t>
            </a:r>
            <a:endParaRPr lang="en-US" sz="13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11/20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 Is it repeatable?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same setting give the same link on another day?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testbed setting is useful only if it repeats; otherwise "cooperation mode" is not a controlled condition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Q4.1 Does the frame repeat?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two maps of the same site, four weeks apart, processed independently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1.06 cm wall placement, scale within 2e-5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Q4.2 Does the link repeat?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Wasserstein and KS distance on RTT, goodput, RSSI (and RSSI on shared map cells) between two days of one mode, against the distance between survey and cooperation mode. Pass: day/mode ratio below 0.5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untested. Mode distance (survey_1 vs coop_2) computable from data in hand: link_repeat.py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run link_repeat.py on survey_1 vs coop_2; one repeat day on the same route (the Q3 session provides it); day-vs-mode table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12/20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results: is it repeatable?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setting, another day</a:t>
            </a:r>
            <a:endParaRPr lang="en-US" sz="1200" dirty="0"/>
          </a:p>
        </p:txBody>
      </p:sp>
      <p:graphicFrame>
        <p:nvGraphicFramePr>
          <p:cNvPr id="14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194560"/>
                <a:gridCol w="274320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Pose half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Frame across days, two maps four weeks apart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cm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 cm, scale 0.99998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 half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Mode distance, survey_1 vs coop_2 (W1, KS)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Day distance, same route and mode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Day / mode ratio, RTT and goodput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0.5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13/20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metrics explained</a:t>
            </a:r>
            <a:endParaRPr lang="en-US" sz="2600" dirty="0"/>
          </a:p>
        </p:txBody>
      </p:sp>
      <p:sp>
        <p:nvSpPr>
          <p:cNvPr id="5" name="metrics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W1, Wasserstein-1 distance: the average shift between two distributions, in the unit measured (ms for RTT, Mbit/s for goodput, dB for RSSI). It answers by how much the link changed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 statistic: the largest gap between two cumulative distributions, from 0 to 1. It answers whether the shapes differ at all, regardless of how much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 distance: survey_1 against coop_2 on the same day: the distance one knob (one sender versus all senders) produces. It is the reference the day distance is compared with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distance: the same route and the same mode on two different days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/ mode ratio: pass when below 0.5: a day changes the link by less than half of what the mode changes it, so the mode is a controlled condition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RSSI on grid: per-cell median RSSI in the map frame, compared only on cells both passes occupied, so a different route is not counted as a different link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Pose half: the two maps four weeks apart are the same test for the frame instead of the link</a:t>
            </a:r>
            <a:endParaRPr lang="en-US" sz="13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14/20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 Is it necessary?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a measured link show that a synthetic one hides?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collaborative-perception benchmark models the channel synthetically: constant or i.i.d. delay, quantized to whole frames, no outages. If that described the real link, nobody would need to measure it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Q5.1 How much benefit is left when everyone talks at once?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1.5 MB messages at 10 Hz through the logged link, delay = RTT/2 + size/goodput, lost in outages; one sender (survey_1) vs two robots (coop_2); synthetic channels as configured in their code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within one LiDAR frame: 86 % alone, 59 to 68 % crowded, 100 % under V2X-ViT (constant 100 ms) and Where2comm (no latency); RTT 5 to 10 ms idle, 25 to 33 ms loaded; 3 real outages, 12 % of frames (coop2_0828)</a:t>
            </a:r>
            <a:endParaRPr lang="en-US" sz="1700" dirty="0"/>
          </a:p>
          <a:p>
            <a:pPr lvl="1" marL="457200" indent="-228600">
              <a:spcAft>
                <a:spcPts val="300"/>
              </a:spcAft>
              <a:buSzPct val="100000"/>
              <a:buChar char="◆"/>
            </a:pPr>
            <a:r>
              <a:rPr lang="en-US" sz="15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Q5.2 Would a tuned synthetic channel do?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constant or Binomial delay fitted to the measured delays; same in-frame share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best-fit synthetic baseline; more passes and a second site; probe-off control run (iperf itself loads the link)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results: is it necessary?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 MB messages at 10 Hz through the logged link against the synthetic channels of prior benchmarks</a:t>
            </a:r>
            <a:endParaRPr lang="en-US" sz="1200" dirty="0"/>
          </a:p>
        </p:txBody>
      </p:sp>
      <p:graphicFrame>
        <p:nvGraphicFramePr>
          <p:cNvPr id="17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737360"/>
                <a:gridCol w="265176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Reference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arriving within one LiDAR frame (100 ms)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One robot (survey_1)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 synthetic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Two robots contending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 synthetic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 to 68 %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Synthetic: V2X-ViT 100 ms; Where2comm none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Delay and outages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RTT idle to loaded (coop_2)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ms frame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to 10 ms to 25 to 33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Real outages (coop2_0828)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 in synthetic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 covering 12 % of frames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Strengthening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Best-fit synthetic baseline, fitted delay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in-frame share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More passes, second site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Probe-off control run (ping only)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16/20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 metrics explained</a:t>
            </a:r>
            <a:endParaRPr lang="en-US" sz="2600" dirty="0"/>
          </a:p>
        </p:txBody>
      </p:sp>
      <p:sp>
        <p:nvSpPr>
          <p:cNvPr id="5" name="metrics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In-frame share: percentage of 1.5 MB messages, one every 100 ms, whose delay RTT/2 + size/goodput is at most 100 ms and that were not sent during an outage. 100 ms is one LiDAR frame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channel share: what the benchmarks' own settings imply: V2X-ViT adds a constant 100 ms then rounds down to whole frames, so every message counts as on time; Where2comm has no latency model at all. Both give 100 %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robot vs two robots: survey_1 has one sender owning the channel; coop_2 has both robots contending at the same access point. The drop from 86 % to 59 to 68 % is contention, which i.i.d. per-agent delay models cannot express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RTT idle vs loaded: ping round-trip time with no traffic and with iperf running. Delay depends on offered load, which a constant delay cannot represent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Outage: a run of unanswered pings lasting at least one frame; messages sent inside it are lost. Synthetic channels have none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Best-fit synthetic baseline: a constant or Binomial delay tuned to the measured delays; if it still mispredicts the in-frame share, the gap is not a matter of parameter choice</a:t>
            </a:r>
            <a:endParaRPr lang="en-US" sz="1300" dirty="0"/>
          </a:p>
          <a:p>
            <a:pPr marL="203200" indent="-203200">
              <a:spcAft>
                <a:spcPts val="500"/>
              </a:spcAft>
              <a:buSzPct val="100000"/>
              <a:buChar char="◆"/>
            </a:pPr>
            <a:r>
              <a:rPr lang="en-US" sz="13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Probe-off control: a run with ping only, no iperf, to separate the queueing the measurement adds from the queueing the team would face</a:t>
            </a:r>
            <a:endParaRPr lang="en-US" sz="13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17/20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Q6. Is it unique?  Q7. Is it reproducible?</a:t>
            </a:r>
            <a:endParaRPr lang="en-US" sz="2600" dirty="0"/>
          </a:p>
        </p:txBody>
      </p:sp>
      <p:sp>
        <p:nvSpPr>
          <p:cNvPr id="5" name="body"/>
          <p:cNvSpPr txBox="1"/>
          <p:nvPr/>
        </p:nvSpPr>
        <p:spPr>
          <a:xfrm>
            <a:off x="411480" y="896112"/>
            <a:ext cx="8321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What can it do that no existing platform can?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capability table: indoor; heterogeneous incl. infrastructure; pose reference without mocap or GNSS; every pair's link measured; CSI; clock bound reported; replay into methods; perception scoring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SCooP-iT fills all eight columns. Nearest: CooperScene (outdoor C-V2X, no CSI, replay unknown), CoPeD (heterogeneous, estimator pose, no link)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verify every cell against the cited paper</a:t>
            </a:r>
            <a:endParaRPr lang="en-US" sz="1700" dirty="0"/>
          </a:p>
          <a:p>
            <a:pPr marL="228600" indent="-228600">
              <a:spcAft>
                <a:spcPts val="500"/>
              </a:spcAft>
              <a:buSzPct val="100000"/>
              <a:buChar char="■"/>
            </a:pPr>
            <a:r>
              <a:rPr lang="en-US" sz="17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 Can someone else build and use it?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Setup: bill of materials, setup effort per site, released pipeline, spec sheet with every bound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Answer: pipeline released with the analysis tools for E1, E2, E4, E5; spec sheet drafted; component list per agent class</a:t>
            </a:r>
            <a:endParaRPr lang="en-US" sz="1700" dirty="0"/>
          </a:p>
          <a:p>
            <a:pPr lvl="3" marL="711200" indent="-177800">
              <a:spcAft>
                <a:spcPts val="200"/>
              </a:spcAft>
              <a:buSzPct val="100000"/>
              <a:buChar char=" "/>
            </a:pPr>
            <a:r>
              <a:rPr lang="en-US" sz="1300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Lacking: cost per agent class; mapping time, boards, control distances, software versions per site; payload node and twin_run.py</a:t>
            </a:r>
            <a:endParaRPr lang="en-US" sz="1700" dirty="0"/>
          </a:p>
        </p:txBody>
      </p:sp>
      <p:sp>
        <p:nvSpPr>
          <p:cNvPr id="6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18/20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 and Q7 results: unique, reproducible?</a:t>
            </a:r>
            <a:endParaRPr lang="en-US" sz="2600" dirty="0"/>
          </a:p>
        </p:txBody>
      </p:sp>
      <p:sp>
        <p:nvSpPr>
          <p:cNvPr id="5" name="caption"/>
          <p:cNvSpPr txBox="1"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Q6: fills every capability column no other platform fills together. Q7: bill of materials, setup effort, pipeline, spec sheet</a:t>
            </a:r>
            <a:endParaRPr lang="en-US" sz="1200" dirty="0"/>
          </a:p>
        </p:txBody>
      </p:sp>
      <p:graphicFrame>
        <p:nvGraphicFramePr>
          <p:cNvPr id="20" name="result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80467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108960"/>
                <a:gridCol w="1828800"/>
              </a:tblGrid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Nearest other / how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SCooP-iT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Q6 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Indoor, no mocap or GNSS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CoPeD (estimator pose only)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Heterogeneous incl. infrastructure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CoPeD, TUMTraf-V2X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Every pair's link on the sensors' clock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CooperScene (C-V2X, per scene)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Channel state (CSI)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Clock bound; replay into methods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CooperScene (no bound); simulators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Cells verified against cited papers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CooperScene replay, probe rate unknown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i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Q7 Reproducibility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Pipeline and E1/E2/E4/E5 tools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Spec sheet, component list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drafted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Cost per agent class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bookkeeping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   Per-site effort, software versions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444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bookkeeping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7F8C8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19/20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A9FD9"/>
          </a:solidFill>
          <a:ln w="12700">
            <a:solidFill>
              <a:srgbClr val="1A9F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54864"/>
          </a:xfrm>
          <a:prstGeom prst="rect">
            <a:avLst/>
          </a:prstGeom>
          <a:solidFill>
            <a:srgbClr val="BFE6F6"/>
          </a:solidFill>
          <a:ln w="12700">
            <a:solidFill>
              <a:srgbClr val="BFE6F6"/>
            </a:solidFill>
            <a:prstDash val="solid"/>
          </a:ln>
        </p:spPr>
      </p:sp>
      <p:sp>
        <p:nvSpPr>
          <p:cNvPr id="4" name="title"/>
          <p:cNvSpPr txBox="1"/>
          <p:nvPr/>
        </p:nvSpPr>
        <p:spPr>
          <a:xfrm>
            <a:off x="274320" y="4572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each question stands (24 Sep)</a:t>
            </a:r>
            <a:endParaRPr lang="en-US" sz="2600" dirty="0"/>
          </a:p>
        </p:txBody>
      </p:sp>
      <p:graphicFrame>
        <p:nvGraphicFramePr>
          <p:cNvPr id="21" name="stat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291840"/>
                <a:gridCol w="1234440"/>
                <a:gridCol w="26517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Question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Answer now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Verdict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Still lacking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9FD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Q1 Precise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clock 0.99 ms; map 0.15 / 1.06 cm; detector 8 mm; cart 3.1 cm; LiDAR robot 10 mm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pass, 2 terms short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mobile_1 on coop_2; radar; LiDAR-cam; sniffer bias; p95 speed; control distances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Q2 Consistent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rho 0.60, 5.4 dB on mobile_2 link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on one link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 links; pooling; CI; out-of-run; CSI power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Q3 Faithful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and inputs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payload node; twin-run session; comparison table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Q4 Repeatable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frame repeats: 1.06 cm, 2e-5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half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 distance (tool ready); repeat day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Q5 Necessary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86 % / 59-68 % / 100 % synthetic; RTT 5-10 to 25-33 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tuned synthetic baseline; more passes; probe-off run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Q6 Unique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8 capability columns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E7D3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cells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Q7 Reproducible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pipeline, tools, spec sheet, component list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partial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costs; per-site effort; payload node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note"/>
          <p:cNvSpPr txBox="1"/>
          <p:nvPr/>
        </p:nvSpPr>
        <p:spPr>
          <a:xfrm>
            <a:off x="365760" y="45262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Green: answered on the pre-set criterion. Orange: needs data. One field session (twin runs on the survey_1 route) closes Q3, the Q4 day half, and the sniffer bias.</a:t>
            </a:r>
            <a:endParaRPr lang="en-US" sz="1000" dirty="0"/>
          </a:p>
        </p:txBody>
      </p:sp>
      <p:sp>
        <p:nvSpPr>
          <p:cNvPr id="7" name="page"/>
          <p:cNvSpPr txBox="1"/>
          <p:nvPr/>
        </p:nvSpPr>
        <p:spPr>
          <a:xfrm>
            <a:off x="7863840" y="4800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8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SCooP-iT Testbed Questions</dc:title>
  <dc:subject>PptxGenJS Presentation</dc:subject>
  <dc:creator>Jorich Loquero</dc:creator>
  <cp:lastModifiedBy>Jorich Loquero</cp:lastModifiedBy>
  <cp:revision>1</cp:revision>
  <dcterms:created xsi:type="dcterms:W3CDTF">2026-10-11T14:19:40Z</dcterms:created>
  <dcterms:modified xsi:type="dcterms:W3CDTF">2026-10-11T14:19:40Z</dcterms:modified>
</cp:coreProperties>
</file>