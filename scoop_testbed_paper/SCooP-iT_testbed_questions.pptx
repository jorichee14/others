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SCooP-iT Testbed Questions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testbed paper is judged on seven questions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Trust: can readers rely on the instrument?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Precise. Are its own errors small next to the effects it measures? (E1 Headroom)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Consistent. Do the poses and the link logs agree when neither was checked by hand? (E2 Map Meets Radio)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Faithful. Does replaying a logged link reproduce what the live link did? (E3 Twin Run)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Repeatable. Does the same setting give the same link on another day? (E4 Same Knob, Same Link)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Necessary. What does a measured link show that a synthetic one hides? (E5 Sim Gap)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Worth: should anyone care?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Unique. What can it do that no existing platform can?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Reproducible. Can someone else build and use it?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criteria fixed before the data were read; answers from the 24 Sep session (mapping_A, survey_1, coop_2)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 Is it precise?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testbed's own errors small next to the effects it measures?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clock or pose errors were as coarse as the effects under study, every later number would be ambiguous. Thresholds: a tenth of where fusion breaks, 2 cm for pose terms, 10 ms for time terms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Q1.1 How far apart are the agents' clocks?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chrony offset logs over coop_2, turned into displacement at 1 m/s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0.99 ms measured, under the 10 ms threshold; strict bound 12 ms, above it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Q1.2 How well is an agent without LiDAR placed in the LiDAR frame?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held-out ChArUco boards predict where the board should appear; map built once, frozen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RGB-D cart 3.1 cm median, above the 2 cm threshold; LiDAR robot 10 mm (coop2_0828); map repeats to 1.06 cm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LiDAR robot vs boards on coop_2; radar and LiDAR-camera residuals; sniffer bias; measured p95 speed; rangefinder control distances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results: is it precise?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are a tenth of where fusion breaks: 2 cm for pose terms (0.2 m), 10 ms for time terms (one LiDAR frame)</a:t>
            </a:r>
            <a:endParaRPr lang="en-US" sz="1200" dirty="0"/>
          </a:p>
        </p:txBody>
      </p:sp>
      <p:graphicFrame>
        <p:nvGraphicFramePr>
          <p:cNvPr id="4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371600"/>
                <a:gridCol w="310896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Measured offset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Strict chrony bound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Sniffer bias (probe stamps)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Refinement, final correction (mapping_A)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 cm, 0.017 deg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Repeatability, two maps four weeks apart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 cm, scale 0.99998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Control distances (rangefinder, per site)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Agents in the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Board detector vs pipeline, ZED / RealSense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 / 8.3 mm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RGB-D cart vs held-out boards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cm median, sigma 5.3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LiDAR robot vs held-out boards (coop2_0828)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 mm, 0.88 deg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LiDAR robot vs held-out boards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Extrinsics: radar; LiDAR-camera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Agent speed, p95 of reference tracks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 Is it consistent?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poses and the link logs agree when neither was checked by hand?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and the poses never saw the radio; the radio never saw the map. If map geometry predicts the signal, both are validated at once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Q2.1 Does Fresnel clearance through the map predict RSSI?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per 0.5 s window, clearance of the link path through the anchored map vs RSSI with the distance trend removed (fixed exponent). Pass: rho &gt; 0.3 and clear-minus-obstructed drop &gt; 5 dB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mobile_2 CSI link rho 0.60, 5.4 dB: pass. infra_1 link rho 0.23, 4.7 dB: short. Self-test recovers a planted 12 dB wall as 11.9 dB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Q2.2 Does it hold on the links the benchmark replays?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agent-to-access-point RSSI and goodput, pooled over survey_1 and coop_2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AP position in the map (ap.yaml); pooled rho with a confidence interval; out-of-run prediction (fit survey_1, score coop_2); CSI power as second signal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results: is it consistent?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Map-derived Fresnel clearance against RSSI with the distance trend removed</a:t>
            </a:r>
            <a:endParaRPr lang="en-US" sz="1200" dirty="0"/>
          </a:p>
        </p:txBody>
      </p:sp>
      <p:graphicFrame>
        <p:nvGraphicFramePr>
          <p:cNvPr id="6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03120"/>
                <a:gridCol w="23774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Robot-to-robot CSI links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mobile_2 to sniffer: rho, drop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0.3, drop &gt; 5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0.60, 5.4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infra_1 to sniffer: rho, drop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0.3, drop &gt; 5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0.23, 4.7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Agent-to-access-point links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RSSI and goodput (needs AP position)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0.3, drop &gt; 5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Pooled over passes and sites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0.3, drop &gt; 5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Self-test, planted 12 dB wall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recovers 12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 dB, rho 0.68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Confidence interval on rho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lower bound &gt; 0.3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Out-of-run prediction (fit survey_1, score 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CSI power as second signal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 Is it faithful?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replaying a logged link reproduce what the live link did?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is what the testbed offers every method. If replay does not match reality, the logged channel is just another simulation. This is the headline claim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Q3.1 Do replayed arrivals match live arrivals?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twin runs on the survey_1 route: run A logs the link (iperf, ping); run B sends stamped 1 KB / 100 KB / 1.5 MB messages at 10 Hz. Replay B through A's trace: arrival = send + d(t) + s/G(t), dropped in outage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Pass: at least 90 % agreement on which 100 ms frame each message lands in, and closer than the synthetic channel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none yet. The model and its measured inputs (goodput, RTT, outages) exist; no live messages to compare against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payload node; one session (A1/B1 survey, A2/B2 cooperation, back to back); twin_run.py; per-size, per-mode table of arrival error, frame agreement, drop agreement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results: is it faithful?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against live arrivals on twin runs (A logs the link, B sends stamped messages)</a:t>
            </a:r>
            <a:endParaRPr lang="en-US" sz="1200" dirty="0"/>
          </a:p>
        </p:txBody>
      </p:sp>
      <p:graphicFrame>
        <p:nvGraphicFramePr>
          <p:cNvPr id="8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27432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Replay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Arrival rule d(t) + s/G(t), drop in outage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Inputs: goodput, RTT, outages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on every 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comparison (per size and mode)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Frame agreement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90 %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Arrival-time error, median and p95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synthetic channel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Drop agreement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Payload node and twin runs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A1/B1 survey, A2/B2 coop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 Is it repeatable?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same setting give the same link on another day?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testbed setting is useful only if it repeats; otherwise "cooperation mode" is not a controlled condition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Q4.1 Does the frame repeat?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two maps of the same site, four weeks apart, processed independently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1.06 cm wall placement, scale within 2e-5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Q4.2 Does the link repeat?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Wasserstein and KS distance on RTT, goodput, RSSI (and RSSI on shared map cells) between two days of one mode, against the distance between survey and cooperation mode. Pass: day/mode ratio below 0.5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untested. Mode distance (survey_1 vs coop_2) computable from data in hand: link_repeat.py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run link_repeat.py on survey_1 vs coop_2; one repeat day on the same route (the Q3 session provides it); day-vs-mode table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results: is it repeatable?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setting, another day</a:t>
            </a:r>
            <a:endParaRPr lang="en-US" sz="1200" dirty="0"/>
          </a:p>
        </p:txBody>
      </p:sp>
      <p:graphicFrame>
        <p:nvGraphicFramePr>
          <p:cNvPr id="10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27432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Pose 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Frame across days, two maps four weeks apart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 cm, scale 0.99998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 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Mode distance, survey_1 vs coop_2 (W1, KS)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Day distance, same route and mode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Day / mode ratio, RTT and goodput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 Is it necessary?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 measured link show that a synthetic one hides?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collaborative-perception benchmark models the channel synthetically: constant or i.i.d. delay, quantized to whole frames, no outages. If that described the real link, nobody would need to measure it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Q5.1 How much benefit is left when everyone talks at once?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1.5 MB messages at 10 Hz through the logged link, delay = RTT/2 + size/goodput, lost in outages; one sender (survey_1) vs two robots (coop_2); synthetic channels as configured in their code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within one LiDAR frame: 86 % alone, 59 to 68 % crowded, 100 % under V2X-ViT (constant 100 ms) and Where2comm (no latency); RTT 5 to 10 ms idle, 25 to 33 ms loaded; 3 real outages, 12 % of frames (coop2_0828)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Q5.2 Would a tuned synthetic channel do?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constant or Binomial delay fitted to the measured delays; same in-frame share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best-fit synthetic baseline; more passes and a second site; probe-off control run (iperf itself loads the link)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results: is it necessary?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MB messages at 10 Hz through the logged link against the synthetic channels of prior benchmarks</a:t>
            </a:r>
            <a:endParaRPr lang="en-US" sz="1200" dirty="0"/>
          </a:p>
        </p:txBody>
      </p:sp>
      <p:graphicFrame>
        <p:nvGraphicFramePr>
          <p:cNvPr id="12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737360"/>
                <a:gridCol w="265176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arriving within one LiDAR frame (100 ms)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One robot (survey_1)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synthetic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Two robots contending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synthetic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 to 68 %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Synthetic: V2X-ViT 100 ms; Where2comm 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Delay and outages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RTT idle to loaded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ms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to 10 ms to 25 to 33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Real outages (coop2_0828)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in synthetic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 covering 12 % of frames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Strengthening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Best-fit synthetic baseline, fitted delay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in-frame 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More passes, second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Probe-off control run (ping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Q6. Is it unique?  Q7. Is it reproducible?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What can it do that no existing platform can?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capability table: indoor; heterogeneous incl. infrastructure; pose reference without mocap or GNSS; every pair's link measured; CSI; clock bound reported; replay into methods; perception scoring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SCooP-iT fills all eight columns. Nearest: CooperScene (outdoor C-V2X, no CSI, replay unknown), CoPeD (heterogeneous, estimator pose, no link)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verify every cell against the cited paper</a:t>
            </a:r>
            <a:endParaRPr lang="en-US" sz="1700" dirty="0"/>
          </a:p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Can someone else build and use it?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bill of materials, setup effort per site, released pipeline, spec sheet with every bound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pipeline released with the analysis tools for E1, E2, E4, E5; spec sheet drafted; component list per agent class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cost per agent class; mapping time, boards, control distances, software versions per site; payload node and twin_run.py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and Q7 results: unique, reproducible?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Q6: fills every capability column no other platform fills together. Q7: bill of materials, setup effort, pipeline, spec sheet</a:t>
            </a:r>
            <a:endParaRPr lang="en-US" sz="1200" dirty="0"/>
          </a:p>
        </p:txBody>
      </p:sp>
      <p:graphicFrame>
        <p:nvGraphicFramePr>
          <p:cNvPr id="14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108960"/>
                <a:gridCol w="18288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Nearest other / how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SCooP-iT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Q6 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Indoor, no mocap or GNSS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CoPeD (estimator pose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Heterogeneous incl. infrastructure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CoPeD, TUMTraf-V2X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Every pair's link on the sensors' clock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(C-V2X, per scene)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Channel state (CSI)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Clock bound; replay into methods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(no bound); simulators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Cells verified against cited papers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replay, probe rate unknown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Q7 Reproducibility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Pipeline and E1/E2/E4/E5 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Spec sheet, component list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Cost per agent class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bookkeeping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Per-site effort, software versions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bookkeeping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question stands (24 Sep)</a:t>
            </a:r>
            <a:endParaRPr lang="en-US" sz="2600" dirty="0"/>
          </a:p>
        </p:txBody>
      </p:sp>
      <p:graphicFrame>
        <p:nvGraphicFramePr>
          <p:cNvPr id="15" name="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291840"/>
                <a:gridCol w="1234440"/>
                <a:gridCol w="2651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Still lacking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Precise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clock 0.99 ms; map 0.15 / 1.06 cm; detector 8 mm; cart 3.1 cm; LiDAR robot 10 mm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pass, 2 terms short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mobile_1 on coop_2; radar; LiDAR-cam; sniffer bias; p95 speed; control distances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 Consistent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0.60, 5.4 dB on mobile_2 link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on one link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 links; pooling; CI; out-of-run; CSI power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Faithful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and inputs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 node; twin-run session; comparison 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Repeatable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repeats: 1.06 cm, 2e-5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 distance (tool ready); repeat day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Q5 Necessary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86 % / 59-68 % / 100 % synthetic; RTT 5-10 to 25-33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tuned synthetic baseline; more passes; probe-off run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Q6 Unique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8 capability columns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cells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Q7 Reproducible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pipeline, tools, spec sheet, component list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costs; per-site effort; payload node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365760" y="45262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answered on the pre-set criterion. Orange: needs data. One field session (twin runs on the survey_1 route) closes Q3, the Q4 day half, and the sniffer bias.</a:t>
            </a:r>
            <a:endParaRPr lang="en-US" sz="1000" dirty="0"/>
          </a:p>
        </p:txBody>
      </p:sp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SCooP-iT Testbed Questions</dc:title>
  <dc:subject>PptxGenJS Presentation</dc:subject>
  <dc:creator>Jorich Loquero</dc:creator>
  <cp:lastModifiedBy>Jorich Loquero</cp:lastModifiedBy>
  <cp:revision>1</cp:revision>
  <dcterms:created xsi:type="dcterms:W3CDTF">2026-10-11T14:17:36Z</dcterms:created>
  <dcterms:modified xsi:type="dcterms:W3CDTF">2026-10-11T14:17:36Z</dcterms:modified>
</cp:coreProperties>
</file>